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4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0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28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97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22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49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901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909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46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69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1254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19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32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87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048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60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6B540B5-DB8B-4A27-86C2-5DBB22245D7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13E74-80AB-48FA-BB2D-FB4094874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094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F3432-93FD-428E-B371-CBF2527F1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Examples JS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5EB0C6-3578-4855-A112-2AE684C28A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Vinyarskaya</a:t>
            </a:r>
            <a:r>
              <a:rPr lang="en-US" dirty="0"/>
              <a:t> Kira, RNU,</a:t>
            </a:r>
          </a:p>
          <a:p>
            <a:r>
              <a:rPr lang="en-US" dirty="0"/>
              <a:t>“WEB Technologies”</a:t>
            </a:r>
          </a:p>
        </p:txBody>
      </p:sp>
    </p:spTree>
    <p:extLst>
      <p:ext uri="{BB962C8B-B14F-4D97-AF65-F5344CB8AC3E}">
        <p14:creationId xmlns:p14="http://schemas.microsoft.com/office/powerpoint/2010/main" val="3638944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C8BA14-4F49-4F3C-91A1-2EA8A70C3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08" y="110202"/>
            <a:ext cx="8378236" cy="66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F11A4D-5DF2-4A56-90AF-5AF5E539D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78" y="164229"/>
            <a:ext cx="7955669" cy="652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2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CA34B5-F2CF-470B-922E-65026AEFE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5" y="607419"/>
            <a:ext cx="9733574" cy="553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450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BB2894-C4F0-42E6-B99B-B32ACAA85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54" y="462404"/>
            <a:ext cx="9939130" cy="593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192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39241E-D8BF-4342-B214-710C626F5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84" y="392167"/>
            <a:ext cx="7563678" cy="60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404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A6C235-2200-4318-96E9-E713D3C6F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4" y="442169"/>
            <a:ext cx="7250475" cy="597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393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BD51C5-54DC-4A58-96AA-9B049B8CE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737" y="277857"/>
            <a:ext cx="7552074" cy="63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5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22C1ED-2E60-418F-AA19-1DFF67A5F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63" y="243965"/>
            <a:ext cx="6508185" cy="643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411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B06A72-8060-4EB3-A7AF-C778C68BD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46" y="163566"/>
            <a:ext cx="7802205" cy="643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953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AE7E1A-DB5D-49E4-BBC3-0207FDE13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39" y="176675"/>
            <a:ext cx="5857461" cy="650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71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D93820-8C5D-476A-B760-56453F429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53" y="194029"/>
            <a:ext cx="7369179" cy="646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657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C899A7-DF26-4700-877B-6F70211AC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76" y="196729"/>
            <a:ext cx="5746023" cy="623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126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</TotalTime>
  <Words>11</Words>
  <Application>Microsoft Office PowerPoint</Application>
  <PresentationFormat>Широкоэкранный</PresentationFormat>
  <Paragraphs>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Ион</vt:lpstr>
      <vt:lpstr>Examples JS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Examples JS</dc:title>
  <dc:creator>Кира Винярская</dc:creator>
  <cp:lastModifiedBy>Кира Винярская</cp:lastModifiedBy>
  <cp:revision>2</cp:revision>
  <dcterms:created xsi:type="dcterms:W3CDTF">2026-04-23T09:46:46Z</dcterms:created>
  <dcterms:modified xsi:type="dcterms:W3CDTF">2026-04-23T09:56:50Z</dcterms:modified>
</cp:coreProperties>
</file>